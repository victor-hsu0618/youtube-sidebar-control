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1" r:id="rId3"/>
    <p:sldId id="257" r:id="rId4"/>
    <p:sldId id="260" r:id="rId5"/>
    <p:sldId id="259" r:id="rId6"/>
    <p:sldId id="258" r:id="rId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30"/>
    <p:restoredTop sz="94673"/>
  </p:normalViewPr>
  <p:slideViewPr>
    <p:cSldViewPr snapToGrid="0">
      <p:cViewPr varScale="1">
        <p:scale>
          <a:sx n="150" d="100"/>
          <a:sy n="150" d="100"/>
        </p:scale>
        <p:origin x="141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4EE9B2-F1B1-ABB5-763E-76C1E64FEE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63909C6-B475-933F-E753-82456EAF7F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D114301-7164-E5D8-1318-5E63BD06E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89694-357D-6D49-9DA4-E5CFDA9F7390}" type="datetimeFigureOut">
              <a:rPr kumimoji="1" lang="zh-TW" altLang="en-US" smtClean="0"/>
              <a:t>2026/2/1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0450E12-9D17-D88E-C9CE-CD110CAD5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6D3BC69-28AC-6876-52E5-11AC0033F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B7F02-62D4-7241-8D8D-D7450142827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91605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3AA1995-202C-688D-F021-D9EF1692D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2107BE0-4D51-3159-8739-CE4B089CC9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150B9F0-7EE7-A7FE-1B68-2DE11DB6E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89694-357D-6D49-9DA4-E5CFDA9F7390}" type="datetimeFigureOut">
              <a:rPr kumimoji="1" lang="zh-TW" altLang="en-US" smtClean="0"/>
              <a:t>2026/2/1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9DF2C88-7578-6E8C-E492-3B3DB7630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29EE9A8-8B17-9033-C072-2D12BA3F0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B7F02-62D4-7241-8D8D-D7450142827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76676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2EADD8F-98A1-C50F-6CDD-54419E41F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1ABB801-6554-1DD9-F87B-004C4D61BE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AE52559-0EB4-23A2-8EEF-E11180950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89694-357D-6D49-9DA4-E5CFDA9F7390}" type="datetimeFigureOut">
              <a:rPr kumimoji="1" lang="zh-TW" altLang="en-US" smtClean="0"/>
              <a:t>2026/2/1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5E2CEBD-77C3-6997-E0AC-7709BBC5A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3068B0B-DB1F-B48C-30E6-121F0E98A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B7F02-62D4-7241-8D8D-D7450142827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28747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6CACFAD-95B0-7D3A-8845-7A3C50B17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C231DF9-F163-0248-EB90-40614BE21B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E30DBB7-6C7A-9ED2-C39C-7CBEB3819D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E5B4939-5B30-6B4F-F3FD-D73EB2B0F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89694-357D-6D49-9DA4-E5CFDA9F7390}" type="datetimeFigureOut">
              <a:rPr kumimoji="1" lang="zh-TW" altLang="en-US" smtClean="0"/>
              <a:t>2026/2/1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9445C10-A980-6E77-612F-A0FEDE03B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807D266-896B-BCDE-AF7B-091747C3A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B7F02-62D4-7241-8D8D-D7450142827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32553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1856AC5-82D6-C3E7-1D58-8FC4E94B4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8A19E0B-F5B7-FB51-B9CE-F70334E448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1CEDA32-5961-B106-B6E0-9F6FB3CEFA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4DD95F02-D316-CBA0-BEB8-E810F15AA7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61A50D1-2DB2-61AB-AC3E-EDB1AA7D7D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3811AA52-FA83-67DD-A77B-A8635FECD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89694-357D-6D49-9DA4-E5CFDA9F7390}" type="datetimeFigureOut">
              <a:rPr kumimoji="1" lang="zh-TW" altLang="en-US" smtClean="0"/>
              <a:t>2026/2/1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BBF37DDB-AE8E-6886-3A83-EB81C291B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96A44D62-BBCA-CC8D-1F44-DA41C4DA4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B7F02-62D4-7241-8D8D-D7450142827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920777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58040F-C346-E6A8-72E2-361F82C44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10B70B0-C7D7-5BE0-2D2D-499D0B596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89694-357D-6D49-9DA4-E5CFDA9F7390}" type="datetimeFigureOut">
              <a:rPr kumimoji="1" lang="zh-TW" altLang="en-US" smtClean="0"/>
              <a:t>2026/2/1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B01010B-3340-6621-B628-B841DA948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C833A63-2358-533F-131F-5BA23BEE8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B7F02-62D4-7241-8D8D-D7450142827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2434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D1E9064-2D22-648D-49CB-BC92CE37E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89694-357D-6D49-9DA4-E5CFDA9F7390}" type="datetimeFigureOut">
              <a:rPr kumimoji="1" lang="zh-TW" altLang="en-US" smtClean="0"/>
              <a:t>2026/2/1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2D5957B-4DF5-412A-D427-111DB0366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3401150-0062-AEE8-FFA5-CD8ED5BA6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B7F02-62D4-7241-8D8D-D7450142827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24875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EEA4805-E5C2-792E-DB9D-0D6B307BD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8326E79-3E78-87D8-AA96-247B5FEB52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517A201-C2D1-BA93-47A4-8D5C420B14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AA90275-1064-9F62-5AA3-6654CB47E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89694-357D-6D49-9DA4-E5CFDA9F7390}" type="datetimeFigureOut">
              <a:rPr kumimoji="1" lang="zh-TW" altLang="en-US" smtClean="0"/>
              <a:t>2026/2/1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C9E3537-214A-79CC-EAA4-A18D267DD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6393102-A132-0773-4402-C992BC662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B7F02-62D4-7241-8D8D-D7450142827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93481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F4B2213-76D6-4C05-ED26-E376182B8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19D228C4-6FD2-5F61-5B54-AFE1972E3D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89DE34C-3B8C-AF15-3230-6365824C1C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C2C70BF-BB78-C5C6-A8CC-96DC2F07D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89694-357D-6D49-9DA4-E5CFDA9F7390}" type="datetimeFigureOut">
              <a:rPr kumimoji="1" lang="zh-TW" altLang="en-US" smtClean="0"/>
              <a:t>2026/2/1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D648CEC-C8BE-20E5-7694-4BE65C6D9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D78FA27-3BDE-9048-DC72-F27C05717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B7F02-62D4-7241-8D8D-D7450142827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76877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92BB9A-2479-2BE9-7F23-8C07A1596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A81C404-B2FB-61C6-BA28-5263606D9C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3BB3857-8088-D542-E5DC-C4E79633E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89694-357D-6D49-9DA4-E5CFDA9F7390}" type="datetimeFigureOut">
              <a:rPr kumimoji="1" lang="zh-TW" altLang="en-US" smtClean="0"/>
              <a:t>2026/2/1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503E02F-F3EE-C7E6-15F6-D05A75B33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864BE18-3E49-1434-31AF-715FD222B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B7F02-62D4-7241-8D8D-D7450142827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43954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3C85082C-55FE-A085-1457-5DD8A2904C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A8F27F4-2FD7-791A-52EA-860AE653CA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149F2B6-B99B-0145-3C9E-611CBFD05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89694-357D-6D49-9DA4-E5CFDA9F7390}" type="datetimeFigureOut">
              <a:rPr kumimoji="1" lang="zh-TW" altLang="en-US" smtClean="0"/>
              <a:t>2026/2/1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F25B88D-D1CA-A311-C26B-F182A5FF1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F56D785-CD58-F5D6-98BA-1BFCF724E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B7F02-62D4-7241-8D8D-D7450142827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57739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8E59872-AAD6-E3B9-49DD-D0B82DE3E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8A16EE9-8E62-5A0F-B141-E4991AA6A5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783CB33-14F3-1308-8183-DDC6CDADEB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089694-357D-6D49-9DA4-E5CFDA9F7390}" type="datetimeFigureOut">
              <a:rPr kumimoji="1" lang="zh-TW" altLang="en-US" smtClean="0"/>
              <a:t>2026/2/1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117C582-8612-F5E3-55FE-DA85447B77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6BE2600-637F-4AF8-411F-273962F0A2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4B7F02-62D4-7241-8D8D-D7450142827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23698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一張含有 螢幕擷取畫面, 樂器, 多媒體軟體, 繪圖軟體 的圖片&#10;&#10;AI 產生的內容可能不正確。">
            <a:extLst>
              <a:ext uri="{FF2B5EF4-FFF2-40B4-BE49-F238E27FC236}">
                <a16:creationId xmlns:a16="http://schemas.microsoft.com/office/drawing/2014/main" id="{D495B1A3-13F5-B972-C49B-505F95C2FE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0867" y="800100"/>
            <a:ext cx="7772400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02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一張含有 螢幕擷取畫面, 文字, 軟體, 多媒體軟體 的圖片&#10;&#10;AI 產生的內容可能不正確。">
            <a:extLst>
              <a:ext uri="{FF2B5EF4-FFF2-40B4-BE49-F238E27FC236}">
                <a16:creationId xmlns:a16="http://schemas.microsoft.com/office/drawing/2014/main" id="{F55905B2-8FEE-CA17-0B72-724D23A3A1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4301" y="347708"/>
            <a:ext cx="39647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0996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軟體, 多媒體軟體, 多媒體, 電腦圖示 的圖片&#10;&#10;AI 產生的內容可能不正確。">
            <a:extLst>
              <a:ext uri="{FF2B5EF4-FFF2-40B4-BE49-F238E27FC236}">
                <a16:creationId xmlns:a16="http://schemas.microsoft.com/office/drawing/2014/main" id="{6EB1B1EF-F7BB-1C8B-5055-E5C90D91B8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6551" y="247135"/>
            <a:ext cx="2625169" cy="6858000"/>
          </a:xfrm>
          <a:prstGeom prst="rect">
            <a:avLst/>
          </a:prstGeom>
        </p:spPr>
      </p:pic>
      <p:pic>
        <p:nvPicPr>
          <p:cNvPr id="9" name="圖片 8" descr="一張含有 文字, 螢幕擷取畫面, 字型 的圖片&#10;&#10;AI 產生的內容可能不正確。">
            <a:extLst>
              <a:ext uri="{FF2B5EF4-FFF2-40B4-BE49-F238E27FC236}">
                <a16:creationId xmlns:a16="http://schemas.microsoft.com/office/drawing/2014/main" id="{D85F472A-D613-9DA0-4F77-475BD47ECD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490" y="1496034"/>
            <a:ext cx="4800600" cy="123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319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一張含有 軟體, 多媒體軟體, 文字, 螢幕擷取畫面 的圖片&#10;&#10;AI 產生的內容可能不正確。">
            <a:extLst>
              <a:ext uri="{FF2B5EF4-FFF2-40B4-BE49-F238E27FC236}">
                <a16:creationId xmlns:a16="http://schemas.microsoft.com/office/drawing/2014/main" id="{7382AB14-9911-3D2B-150D-CEB9A1B98B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6296" y="0"/>
            <a:ext cx="28365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5556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一張含有 文字, 螢幕擷取畫面, 軟體, 多媒體軟體 的圖片&#10;&#10;AI 產生的內容可能不正確。">
            <a:extLst>
              <a:ext uri="{FF2B5EF4-FFF2-40B4-BE49-F238E27FC236}">
                <a16:creationId xmlns:a16="http://schemas.microsoft.com/office/drawing/2014/main" id="{27989D0D-FD15-93C2-C1FA-3B3EB2DF93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1263" y="0"/>
            <a:ext cx="35657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5928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一張含有 文字, 螢幕擷取畫面, 多媒體 的圖片&#10;&#10;AI 產生的內容可能不正確。">
            <a:extLst>
              <a:ext uri="{FF2B5EF4-FFF2-40B4-BE49-F238E27FC236}">
                <a16:creationId xmlns:a16="http://schemas.microsoft.com/office/drawing/2014/main" id="{B0F2A510-6066-6E67-F307-9D5FBBE4DA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3956" y="906905"/>
            <a:ext cx="4216400" cy="565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2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Macintosh PowerPoint</Application>
  <PresentationFormat>寬螢幕</PresentationFormat>
  <Paragraphs>0</Paragraphs>
  <Slides>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Victor Hsu</dc:creator>
  <cp:lastModifiedBy>Victor Hsu</cp:lastModifiedBy>
  <cp:revision>1</cp:revision>
  <dcterms:created xsi:type="dcterms:W3CDTF">2026-02-01T01:32:48Z</dcterms:created>
  <dcterms:modified xsi:type="dcterms:W3CDTF">2026-02-01T01:36:42Z</dcterms:modified>
</cp:coreProperties>
</file>
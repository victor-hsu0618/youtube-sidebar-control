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60" r:id="rId5"/>
    <p:sldId id="259" r:id="rId6"/>
    <p:sldId id="258" r:id="rId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94"/>
    <p:restoredTop sz="94673"/>
  </p:normalViewPr>
  <p:slideViewPr>
    <p:cSldViewPr snapToGrid="0">
      <p:cViewPr>
        <p:scale>
          <a:sx n="110" d="100"/>
          <a:sy n="110" d="100"/>
        </p:scale>
        <p:origin x="2968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4EE9B2-F1B1-ABB5-763E-76C1E64FEE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63909C6-B475-933F-E753-82456EAF7F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D114301-7164-E5D8-1318-5E63BD06E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0450E12-9D17-D88E-C9CE-CD110CAD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6D3BC69-28AC-6876-52E5-11AC0033F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91605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AA1995-202C-688D-F021-D9EF1692D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2107BE0-4D51-3159-8739-CE4B089CC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150B9F0-7EE7-A7FE-1B68-2DE11DB6E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9DF2C88-7578-6E8C-E492-3B3DB7630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29EE9A8-8B17-9033-C072-2D12BA3F0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76676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EADD8F-98A1-C50F-6CDD-54419E41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ABB801-6554-1DD9-F87B-004C4D61BE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E52559-0EB4-23A2-8EEF-E11180950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E2CEBD-77C3-6997-E0AC-7709BBC5A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068B0B-DB1F-B48C-30E6-121F0E98A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28747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CACFAD-95B0-7D3A-8845-7A3C50B17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231DF9-F163-0248-EB90-40614BE21B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E30DBB7-6C7A-9ED2-C39C-7CBEB3819D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E5B4939-5B30-6B4F-F3FD-D73EB2B0F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445C10-A980-6E77-612F-A0FEDE03B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807D266-896B-BCDE-AF7B-091747C3A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32553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856AC5-82D6-C3E7-1D58-8FC4E94B4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8A19E0B-F5B7-FB51-B9CE-F70334E44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1CEDA32-5961-B106-B6E0-9F6FB3CEF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DD95F02-D316-CBA0-BEB8-E810F15AA7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61A50D1-2DB2-61AB-AC3E-EDB1AA7D7D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811AA52-FA83-67DD-A77B-A8635FECD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BF37DDB-AE8E-6886-3A83-EB81C291B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6A44D62-BBCA-CC8D-1F44-DA41C4DA4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92077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58040F-C346-E6A8-72E2-361F82C44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10B70B0-C7D7-5BE0-2D2D-499D0B596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B01010B-3340-6621-B628-B841DA948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C833A63-2358-533F-131F-5BA23BEE8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34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D1E9064-2D22-648D-49CB-BC92CE37E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2D5957B-4DF5-412A-D427-111DB0366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401150-0062-AEE8-FFA5-CD8ED5BA6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24875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EA4805-E5C2-792E-DB9D-0D6B307BD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326E79-3E78-87D8-AA96-247B5FEB5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517A201-C2D1-BA93-47A4-8D5C420B14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AA90275-1064-9F62-5AA3-6654CB47E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C9E3537-214A-79CC-EAA4-A18D267D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6393102-A132-0773-4402-C992BC662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93481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4B2213-76D6-4C05-ED26-E376182B8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9D228C4-6FD2-5F61-5B54-AFE1972E3D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89DE34C-3B8C-AF15-3230-6365824C1C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C2C70BF-BB78-C5C6-A8CC-96DC2F07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D648CEC-C8BE-20E5-7694-4BE65C6D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D78FA27-3BDE-9048-DC72-F27C05717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76877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92BB9A-2479-2BE9-7F23-8C07A1596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A81C404-B2FB-61C6-BA28-5263606D9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BB3857-8088-D542-E5DC-C4E79633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03E02F-F3EE-C7E6-15F6-D05A75B33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4BE18-3E49-1434-31AF-715FD222B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3954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C85082C-55FE-A085-1457-5DD8A2904C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A8F27F4-2FD7-791A-52EA-860AE653C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149F2B6-B99B-0145-3C9E-611CBFD05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F25B88D-D1CA-A311-C26B-F182A5FF1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F56D785-CD58-F5D6-98BA-1BFCF724E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7739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8E59872-AAD6-E3B9-49DD-D0B82DE3E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8A16EE9-8E62-5A0F-B141-E4991AA6A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783CB33-14F3-1308-8183-DDC6CDADEB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089694-357D-6D49-9DA4-E5CFDA9F7390}" type="datetimeFigureOut">
              <a:rPr kumimoji="1" lang="zh-TW" altLang="en-US" smtClean="0"/>
              <a:t>2026/2/1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117C582-8612-F5E3-55FE-DA85447B77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6BE2600-637F-4AF8-411F-273962F0A2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B7F02-62D4-7241-8D8D-D745014282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23698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螢幕擷取畫面, 樂器, 多媒體軟體, 繪圖軟體 的圖片&#10;&#10;AI 產生的內容可能不正確。">
            <a:extLst>
              <a:ext uri="{FF2B5EF4-FFF2-40B4-BE49-F238E27FC236}">
                <a16:creationId xmlns:a16="http://schemas.microsoft.com/office/drawing/2014/main" id="{D495B1A3-13F5-B972-C49B-505F95C2F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5649" y="1689903"/>
            <a:ext cx="6802098" cy="460141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7790DB4E-0175-338B-1CF1-1F4960D6A0F2}"/>
              </a:ext>
            </a:extLst>
          </p:cNvPr>
          <p:cNvSpPr txBox="1"/>
          <p:nvPr/>
        </p:nvSpPr>
        <p:spPr>
          <a:xfrm>
            <a:off x="142754" y="369379"/>
            <a:ext cx="548254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TW" b="1" dirty="0"/>
              <a:t>YouTube Study Companion</a:t>
            </a:r>
            <a:r>
              <a:rPr lang="zh-TW" altLang="en" b="1" dirty="0"/>
              <a:t>：</a:t>
            </a:r>
            <a:r>
              <a:rPr lang="zh-TW" altLang="en-US" b="1" dirty="0"/>
              <a:t>全方位影片學習伴侶</a:t>
            </a:r>
            <a:endParaRPr lang="en-US" altLang="zh-TW" b="1" dirty="0"/>
          </a:p>
          <a:p>
            <a:endParaRPr lang="zh-TW" altLang="en-US" dirty="0"/>
          </a:p>
          <a:p>
            <a:r>
              <a:rPr lang="zh-TW" altLang="en-US" dirty="0"/>
              <a:t>這款擴充功能將 </a:t>
            </a:r>
            <a:r>
              <a:rPr lang="en" altLang="zh-TW" dirty="0"/>
              <a:t>YouTube </a:t>
            </a:r>
            <a:r>
              <a:rPr lang="zh-TW" altLang="en-US" dirty="0"/>
              <a:t>轉化為極致高效的學習與紀錄工作台。它不僅整合了最直覺的</a:t>
            </a:r>
            <a:r>
              <a:rPr lang="zh-TW" altLang="en-US" b="1" dirty="0"/>
              <a:t>基礎播放控制</a:t>
            </a:r>
            <a:r>
              <a:rPr lang="zh-TW" altLang="en-US" dirty="0"/>
              <a:t>（包含播放</a:t>
            </a:r>
            <a:r>
              <a:rPr lang="en-US" altLang="zh-TW" dirty="0"/>
              <a:t>/</a:t>
            </a:r>
            <a:r>
              <a:rPr lang="zh-TW" altLang="en-US" dirty="0"/>
              <a:t>暫停、倒退快進、視覺化進度條拖曳及速度微調），更為專業學習者量身打造了多項強大功能：</a:t>
            </a:r>
          </a:p>
          <a:p>
            <a:r>
              <a:rPr lang="zh-TW" altLang="en-US" b="1" dirty="0"/>
              <a:t>跨機器雲端同步</a:t>
            </a:r>
            <a:r>
              <a:rPr lang="zh-TW" altLang="en-US" dirty="0"/>
              <a:t>：利用同步技術，您的所有影片庫紀錄、標記筆記與循環設定都會隨您的 </a:t>
            </a:r>
            <a:r>
              <a:rPr lang="en" altLang="zh-TW" dirty="0"/>
              <a:t>Google </a:t>
            </a:r>
            <a:r>
              <a:rPr lang="zh-TW" altLang="en-US" dirty="0"/>
              <a:t>帳號</a:t>
            </a:r>
            <a:r>
              <a:rPr lang="zh-TW" altLang="en-US" b="1" dirty="0"/>
              <a:t>跨裝置自動同步</a:t>
            </a:r>
            <a:r>
              <a:rPr lang="zh-TW" altLang="en-US" dirty="0"/>
              <a:t>。無論換到哪台電腦，您的學習進度與重點標記皆能無縫接軌。</a:t>
            </a:r>
          </a:p>
          <a:p>
            <a:r>
              <a:rPr lang="zh-TW" altLang="en-US" b="1" dirty="0"/>
              <a:t>智慧標籤與 </a:t>
            </a:r>
            <a:r>
              <a:rPr lang="en" altLang="zh-TW" b="1" dirty="0"/>
              <a:t>A-B </a:t>
            </a:r>
            <a:r>
              <a:rPr lang="zh-TW" altLang="en-US" b="1" dirty="0"/>
              <a:t>循環</a:t>
            </a:r>
            <a:r>
              <a:rPr lang="zh-TW" altLang="en-US" dirty="0"/>
              <a:t>：支援在影片任何時刻新增時間戳記筆記，並能為同一部影片儲存</a:t>
            </a:r>
            <a:r>
              <a:rPr lang="zh-TW" altLang="en-US" b="1" dirty="0"/>
              <a:t>多個學習設定檔</a:t>
            </a:r>
            <a:r>
              <a:rPr lang="zh-TW" altLang="en-US" dirty="0"/>
              <a:t>（如：欣賞歌曲 </a:t>
            </a:r>
            <a:r>
              <a:rPr lang="en-US" altLang="zh-TW" dirty="0"/>
              <a:t>/ </a:t>
            </a:r>
            <a:r>
              <a:rPr lang="zh-TW" altLang="en-US" dirty="0"/>
              <a:t>樂曲練習 </a:t>
            </a:r>
            <a:r>
              <a:rPr lang="en-US" altLang="zh-TW" dirty="0"/>
              <a:t>/ </a:t>
            </a:r>
            <a:r>
              <a:rPr lang="zh-TW" altLang="en-US" dirty="0"/>
              <a:t>教學訓練）。秒級精確度的 </a:t>
            </a:r>
            <a:r>
              <a:rPr lang="en" altLang="zh-TW" dirty="0"/>
              <a:t>A-B </a:t>
            </a:r>
            <a:r>
              <a:rPr lang="zh-TW" altLang="en-US" dirty="0"/>
              <a:t>循環功能，讓您能針對特定片段進行無限次重複練習。</a:t>
            </a:r>
          </a:p>
          <a:p>
            <a:r>
              <a:rPr lang="zh-TW" altLang="en-US" b="1" dirty="0"/>
              <a:t>極致快捷操作</a:t>
            </a:r>
            <a:r>
              <a:rPr lang="zh-TW" altLang="en-US" dirty="0"/>
              <a:t>：專為雙手不離鍵盤的「強大使用者」設計，核心快速鍵涵蓋了</a:t>
            </a:r>
            <a:r>
              <a:rPr lang="zh-TW" altLang="en-US" b="1" dirty="0"/>
              <a:t>播放暫停、即時新增標記、以及完整的 </a:t>
            </a:r>
            <a:r>
              <a:rPr lang="en" altLang="zh-TW" b="1" dirty="0"/>
              <a:t>A-B </a:t>
            </a:r>
            <a:r>
              <a:rPr lang="zh-TW" altLang="en-US" b="1" dirty="0"/>
              <a:t>循環設定（包含設定 </a:t>
            </a:r>
            <a:r>
              <a:rPr lang="en" altLang="zh-TW" b="1" dirty="0"/>
              <a:t>A/B </a:t>
            </a:r>
            <a:r>
              <a:rPr lang="zh-TW" altLang="en-US" b="1" dirty="0"/>
              <a:t>點、開關循環、一鍵跳回 </a:t>
            </a:r>
            <a:r>
              <a:rPr lang="en" altLang="zh-TW" b="1" dirty="0"/>
              <a:t>A </a:t>
            </a:r>
            <a:r>
              <a:rPr lang="zh-TW" altLang="en-US" b="1" dirty="0"/>
              <a:t>點）</a:t>
            </a:r>
            <a:r>
              <a:rPr lang="zh-TW" altLang="en-US" dirty="0"/>
              <a:t>。搭配可獨立運作的</a:t>
            </a:r>
            <a:r>
              <a:rPr lang="zh-TW" altLang="en-US" b="1" dirty="0"/>
              <a:t>浮動視窗模式</a:t>
            </a:r>
            <a:r>
              <a:rPr lang="zh-TW" altLang="en-US" dirty="0"/>
              <a:t>，讓您在多重任務下依然能得心應手地掌控學習節奏。</a:t>
            </a:r>
          </a:p>
          <a:p>
            <a:r>
              <a:rPr lang="en" altLang="zh-TW" dirty="0"/>
              <a:t>YouTube Studio Sidebar </a:t>
            </a:r>
            <a:r>
              <a:rPr lang="zh-TW" altLang="en-US" dirty="0"/>
              <a:t>是您在 </a:t>
            </a:r>
            <a:r>
              <a:rPr lang="en" altLang="zh-TW" dirty="0"/>
              <a:t>YouTube </a:t>
            </a:r>
            <a:r>
              <a:rPr lang="zh-TW" altLang="en-US" dirty="0"/>
              <a:t>上精讀內容、精準記錄與跨裝置管理的最佳方案。</a:t>
            </a:r>
          </a:p>
        </p:txBody>
      </p:sp>
    </p:spTree>
    <p:extLst>
      <p:ext uri="{BB962C8B-B14F-4D97-AF65-F5344CB8AC3E}">
        <p14:creationId xmlns:p14="http://schemas.microsoft.com/office/powerpoint/2010/main" val="196602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一張含有 螢幕擷取畫面, 文字, 軟體, 多媒體軟體 的圖片&#10;&#10;AI 產生的內容可能不正確。">
            <a:extLst>
              <a:ext uri="{FF2B5EF4-FFF2-40B4-BE49-F238E27FC236}">
                <a16:creationId xmlns:a16="http://schemas.microsoft.com/office/drawing/2014/main" id="{F55905B2-8FEE-CA17-0B72-724D23A3A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567" y="0"/>
            <a:ext cx="3964781" cy="685800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35187BA-5132-180F-0550-AB6A10C313F2}"/>
              </a:ext>
            </a:extLst>
          </p:cNvPr>
          <p:cNvSpPr txBox="1"/>
          <p:nvPr/>
        </p:nvSpPr>
        <p:spPr>
          <a:xfrm>
            <a:off x="804440" y="359243"/>
            <a:ext cx="6099858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altLang="zh-TW" b="1" i="0" dirty="0">
                <a:effectLst/>
                <a:latin typeface="-apple-system"/>
              </a:rPr>
              <a:t>1. </a:t>
            </a:r>
            <a:r>
              <a:rPr lang="zh-TW" altLang="en-US" b="1" i="0" dirty="0">
                <a:effectLst/>
                <a:latin typeface="-apple-system"/>
              </a:rPr>
              <a:t>介面總覽 </a:t>
            </a:r>
            <a:r>
              <a:rPr lang="en-US" altLang="zh-TW" b="1" i="0" dirty="0">
                <a:effectLst/>
                <a:latin typeface="-apple-system"/>
              </a:rPr>
              <a:t>(</a:t>
            </a:r>
            <a:r>
              <a:rPr lang="en" altLang="zh-TW" b="1" i="0" dirty="0">
                <a:effectLst/>
                <a:latin typeface="-apple-system"/>
              </a:rPr>
              <a:t>Interface Overview)</a:t>
            </a:r>
          </a:p>
          <a:p>
            <a:pPr algn="l">
              <a:spcAft>
                <a:spcPts val="1200"/>
              </a:spcAft>
              <a:buNone/>
            </a:pPr>
            <a:r>
              <a:rPr lang="zh-TW" altLang="en-US" b="0" i="0" dirty="0">
                <a:effectLst/>
                <a:latin typeface="-apple-system"/>
              </a:rPr>
              <a:t>啟動 </a:t>
            </a:r>
            <a:r>
              <a:rPr lang="en" altLang="zh-TW" b="0" i="0" dirty="0">
                <a:effectLst/>
                <a:latin typeface="-apple-system"/>
              </a:rPr>
              <a:t>Extension </a:t>
            </a:r>
            <a:r>
              <a:rPr lang="zh-TW" altLang="en-US" b="0" i="0" dirty="0">
                <a:effectLst/>
                <a:latin typeface="-apple-system"/>
              </a:rPr>
              <a:t>後，您會看到主畫面。側邊欄設計簡潔，主要分為三個分頁：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Player (</a:t>
            </a:r>
            <a:r>
              <a:rPr lang="zh-TW" altLang="en-US" b="1" i="0" dirty="0">
                <a:effectLst/>
                <a:latin typeface="-apple-system"/>
              </a:rPr>
              <a:t>播放器</a:t>
            </a:r>
            <a:r>
              <a:rPr lang="en-US" altLang="zh-TW" b="1" i="0" dirty="0">
                <a:effectLst/>
                <a:latin typeface="-apple-system"/>
              </a:rPr>
              <a:t>)</a:t>
            </a:r>
            <a:r>
              <a:rPr lang="zh-TW" altLang="en-US" b="0" i="0" dirty="0">
                <a:effectLst/>
                <a:latin typeface="-apple-system"/>
              </a:rPr>
              <a:t>：主要的操作區域。現在包含兩個內部子分頁：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Markers (</a:t>
            </a:r>
            <a:r>
              <a:rPr lang="zh-TW" altLang="en-US" b="1" i="0" dirty="0">
                <a:effectLst/>
                <a:latin typeface="-apple-system"/>
              </a:rPr>
              <a:t>標記</a:t>
            </a:r>
            <a:r>
              <a:rPr lang="en-US" altLang="zh-TW" b="1" i="0" dirty="0">
                <a:effectLst/>
                <a:latin typeface="-apple-system"/>
              </a:rPr>
              <a:t>)</a:t>
            </a:r>
            <a:r>
              <a:rPr lang="zh-TW" altLang="en-US" b="0" i="0" dirty="0">
                <a:effectLst/>
                <a:latin typeface="-apple-system"/>
              </a:rPr>
              <a:t>：做筆記與瀏覽時間戳記的主要空間。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Controls (</a:t>
            </a:r>
            <a:r>
              <a:rPr lang="zh-TW" altLang="en-US" b="1" i="0" dirty="0">
                <a:effectLst/>
                <a:latin typeface="-apple-system"/>
              </a:rPr>
              <a:t>控制</a:t>
            </a:r>
            <a:r>
              <a:rPr lang="en-US" altLang="zh-TW" b="1" i="0" dirty="0">
                <a:effectLst/>
                <a:latin typeface="-apple-system"/>
              </a:rPr>
              <a:t>)</a:t>
            </a:r>
            <a:r>
              <a:rPr lang="zh-TW" altLang="en-US" b="0" i="0" dirty="0">
                <a:effectLst/>
                <a:latin typeface="-apple-system"/>
              </a:rPr>
              <a:t>：調整播放速度與 </a:t>
            </a:r>
            <a:r>
              <a:rPr lang="en" altLang="zh-TW" b="0" i="0" dirty="0">
                <a:effectLst/>
                <a:latin typeface="-apple-system"/>
              </a:rPr>
              <a:t>A-B </a:t>
            </a:r>
            <a:r>
              <a:rPr lang="zh-TW" altLang="en-US" b="0" i="0" dirty="0">
                <a:effectLst/>
                <a:latin typeface="-apple-system"/>
              </a:rPr>
              <a:t>循環的地方。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Library (</a:t>
            </a:r>
            <a:r>
              <a:rPr lang="zh-TW" altLang="en-US" b="1" i="0" dirty="0">
                <a:effectLst/>
                <a:latin typeface="-apple-system"/>
              </a:rPr>
              <a:t>影片庫</a:t>
            </a:r>
            <a:r>
              <a:rPr lang="en-US" altLang="zh-TW" b="1" i="0" dirty="0">
                <a:effectLst/>
                <a:latin typeface="-apple-system"/>
              </a:rPr>
              <a:t>)</a:t>
            </a:r>
            <a:r>
              <a:rPr lang="zh-TW" altLang="en-US" b="0" i="0" dirty="0">
                <a:effectLst/>
                <a:latin typeface="-apple-system"/>
              </a:rPr>
              <a:t>：檢視所有您儲存過設定檔的影片歷史紀錄。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Favorites (</a:t>
            </a:r>
            <a:r>
              <a:rPr lang="zh-TW" altLang="en-US" b="1" i="0" dirty="0">
                <a:effectLst/>
                <a:latin typeface="-apple-system"/>
              </a:rPr>
              <a:t>我的最愛</a:t>
            </a:r>
            <a:r>
              <a:rPr lang="en-US" altLang="zh-TW" b="1" i="0" dirty="0">
                <a:effectLst/>
                <a:latin typeface="-apple-system"/>
              </a:rPr>
              <a:t>)</a:t>
            </a:r>
            <a:r>
              <a:rPr lang="zh-TW" altLang="en-US" b="0" i="0" dirty="0">
                <a:effectLst/>
                <a:latin typeface="-apple-system"/>
              </a:rPr>
              <a:t>：快速存取您標記為「星號</a:t>
            </a:r>
            <a:r>
              <a:rPr lang="en-US" altLang="zh-TW" b="0" i="0" dirty="0">
                <a:effectLst/>
                <a:latin typeface="-apple-system"/>
              </a:rPr>
              <a:t>/</a:t>
            </a:r>
            <a:r>
              <a:rPr lang="zh-TW" altLang="en-US" b="0" i="0" dirty="0">
                <a:effectLst/>
                <a:latin typeface="-apple-system"/>
              </a:rPr>
              <a:t>預設」的常用設定檔。</a:t>
            </a:r>
            <a:endParaRPr lang="en-US" altLang="zh-TW" b="0" i="0" dirty="0">
              <a:effectLst/>
              <a:latin typeface="-apple-system"/>
            </a:endParaRP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altLang="zh-TW" dirty="0">
              <a:latin typeface="-apple-system"/>
            </a:endParaRPr>
          </a:p>
          <a:p>
            <a:r>
              <a:rPr lang="zh-TW" altLang="en-US" dirty="0"/>
              <a:t>上方標題列右側有一個 </a:t>
            </a:r>
            <a:r>
              <a:rPr lang="zh-TW" altLang="en-US" b="1" dirty="0"/>
              <a:t>↗️ 箭頭按鈕</a:t>
            </a:r>
            <a:r>
              <a:rPr lang="zh-TW" altLang="en-US" dirty="0"/>
              <a:t>，點擊可將視窗獨立出來（</a:t>
            </a:r>
            <a:r>
              <a:rPr lang="en" altLang="zh-TW" dirty="0"/>
              <a:t>Pop-out</a:t>
            </a:r>
            <a:r>
              <a:rPr lang="zh-TW" altLang="en" dirty="0"/>
              <a:t>）。</a:t>
            </a:r>
          </a:p>
          <a:p>
            <a:r>
              <a:rPr lang="zh-TW" altLang="en-US" b="1" dirty="0"/>
              <a:t>🟢 狀態指示燈</a:t>
            </a:r>
          </a:p>
          <a:p>
            <a:r>
              <a:rPr lang="zh-TW" altLang="en-US" dirty="0"/>
              <a:t>在 </a:t>
            </a:r>
            <a:r>
              <a:rPr lang="en" altLang="zh-TW" b="1" dirty="0"/>
              <a:t>v2.0</a:t>
            </a:r>
            <a:r>
              <a:rPr lang="en" altLang="zh-TW" dirty="0"/>
              <a:t> </a:t>
            </a:r>
            <a:r>
              <a:rPr lang="zh-TW" altLang="en-US" dirty="0"/>
              <a:t>標記下方，您會看到一個圓形的狀態燈：</a:t>
            </a:r>
          </a:p>
          <a:p>
            <a:r>
              <a:rPr lang="zh-TW" altLang="en-US" b="1" dirty="0"/>
              <a:t>綠色</a:t>
            </a:r>
            <a:r>
              <a:rPr lang="zh-TW" altLang="en-US" dirty="0"/>
              <a:t>：擴充功能已成功連接至當前 </a:t>
            </a:r>
            <a:r>
              <a:rPr lang="en" altLang="zh-TW" dirty="0"/>
              <a:t>YouTube </a:t>
            </a:r>
            <a:r>
              <a:rPr lang="zh-TW" altLang="en-US" dirty="0"/>
              <a:t>影片。</a:t>
            </a:r>
          </a:p>
          <a:p>
            <a:r>
              <a:rPr lang="zh-TW" altLang="en-US" b="1" dirty="0"/>
              <a:t>灰色</a:t>
            </a:r>
            <a:r>
              <a:rPr lang="zh-TW" altLang="en-US" dirty="0"/>
              <a:t>：偵測不到影片或處於「待機」狀態。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zh-TW" altLang="en-US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384099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軟體, 多媒體軟體, 多媒體, 電腦圖示 的圖片&#10;&#10;AI 產生的內容可能不正確。">
            <a:extLst>
              <a:ext uri="{FF2B5EF4-FFF2-40B4-BE49-F238E27FC236}">
                <a16:creationId xmlns:a16="http://schemas.microsoft.com/office/drawing/2014/main" id="{6EB1B1EF-F7BB-1C8B-5055-E5C90D91B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6551" y="247135"/>
            <a:ext cx="2625169" cy="6858000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0118D9-50B2-D92B-5881-803A0FB1C6C8}"/>
              </a:ext>
            </a:extLst>
          </p:cNvPr>
          <p:cNvSpPr txBox="1"/>
          <p:nvPr/>
        </p:nvSpPr>
        <p:spPr>
          <a:xfrm>
            <a:off x="457200" y="572560"/>
            <a:ext cx="6099858" cy="11603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zh-TW" altLang="en-US" b="0" i="0" dirty="0">
                <a:effectLst/>
                <a:latin typeface="-apple-system"/>
              </a:rPr>
              <a:t>在 </a:t>
            </a:r>
            <a:r>
              <a:rPr lang="en" altLang="zh-TW" b="0" i="0" dirty="0">
                <a:effectLst/>
                <a:latin typeface="-apple-system"/>
              </a:rPr>
              <a:t>Player </a:t>
            </a:r>
            <a:r>
              <a:rPr lang="zh-TW" altLang="en-US" b="0" i="0" dirty="0">
                <a:effectLst/>
                <a:latin typeface="-apple-system"/>
              </a:rPr>
              <a:t>分頁的最上方，您可以完全掌控影片播放。</a:t>
            </a:r>
          </a:p>
          <a:p>
            <a:r>
              <a:rPr lang="zh-TW" altLang="en-US" b="1" dirty="0"/>
              <a:t>功能說明：</a:t>
            </a:r>
          </a:p>
          <a:p>
            <a:r>
              <a:rPr lang="en" altLang="zh-TW" b="1" dirty="0"/>
              <a:t>Video Status</a:t>
            </a:r>
            <a:r>
              <a:rPr lang="en" altLang="zh-TW" dirty="0"/>
              <a:t>: </a:t>
            </a:r>
            <a:r>
              <a:rPr lang="zh-TW" altLang="en-US" dirty="0"/>
              <a:t>顯示目前偵測到的影片標題。</a:t>
            </a:r>
          </a:p>
          <a:p>
            <a:pPr lvl="1"/>
            <a:r>
              <a:rPr lang="en" altLang="zh-TW" b="1" dirty="0"/>
              <a:t>Auto Detect (</a:t>
            </a:r>
            <a:r>
              <a:rPr lang="zh-TW" altLang="en-US" b="1" dirty="0"/>
              <a:t>🪄</a:t>
            </a:r>
            <a:r>
              <a:rPr lang="en-US" altLang="zh-TW" b="1" dirty="0"/>
              <a:t>)</a:t>
            </a:r>
            <a:r>
              <a:rPr lang="en-US" altLang="zh-TW" dirty="0"/>
              <a:t>: </a:t>
            </a:r>
            <a:r>
              <a:rPr lang="zh-TW" altLang="en-US" dirty="0"/>
              <a:t>若未偵測到影片，點擊此按鈕重新偵測。</a:t>
            </a:r>
          </a:p>
          <a:p>
            <a:pPr lvl="1"/>
            <a:r>
              <a:rPr lang="en" altLang="zh-TW" b="1" dirty="0"/>
              <a:t>Save/Heart (❤️)</a:t>
            </a:r>
            <a:r>
              <a:rPr lang="en" altLang="zh-TW" dirty="0"/>
              <a:t>: </a:t>
            </a:r>
            <a:r>
              <a:rPr lang="zh-TW" altLang="en-US" dirty="0"/>
              <a:t>點擊愛心圖示，將目前影片的設定（標記、循環點）儲存到影片庫。</a:t>
            </a:r>
          </a:p>
          <a:p>
            <a:r>
              <a:rPr lang="en" altLang="zh-TW" b="1" dirty="0"/>
              <a:t>Transport Controls</a:t>
            </a:r>
            <a:r>
              <a:rPr lang="en" altLang="zh-TW" dirty="0"/>
              <a:t>:</a:t>
            </a:r>
          </a:p>
          <a:p>
            <a:pPr lvl="1"/>
            <a:r>
              <a:rPr lang="en" altLang="zh-TW" b="1" dirty="0"/>
              <a:t>Restart</a:t>
            </a:r>
            <a:r>
              <a:rPr lang="en" altLang="zh-TW" dirty="0"/>
              <a:t>: </a:t>
            </a:r>
            <a:r>
              <a:rPr lang="zh-TW" altLang="en-US" dirty="0"/>
              <a:t>回到影片開頭。</a:t>
            </a:r>
          </a:p>
          <a:p>
            <a:pPr lvl="1"/>
            <a:r>
              <a:rPr lang="en-US" altLang="zh-TW" b="1" dirty="0"/>
              <a:t>-10</a:t>
            </a:r>
            <a:r>
              <a:rPr lang="en" altLang="zh-TW" b="1" dirty="0"/>
              <a:t>s / +10s</a:t>
            </a:r>
            <a:r>
              <a:rPr lang="en" altLang="zh-TW" dirty="0"/>
              <a:t>: </a:t>
            </a:r>
            <a:r>
              <a:rPr lang="zh-TW" altLang="en-US" dirty="0"/>
              <a:t>快速倒退或快進 </a:t>
            </a:r>
            <a:r>
              <a:rPr lang="en-US" altLang="zh-TW" dirty="0"/>
              <a:t>10 </a:t>
            </a:r>
            <a:r>
              <a:rPr lang="zh-TW" altLang="en-US" dirty="0"/>
              <a:t>秒。</a:t>
            </a:r>
          </a:p>
          <a:p>
            <a:pPr lvl="1"/>
            <a:r>
              <a:rPr lang="en" altLang="zh-TW" b="1" dirty="0"/>
              <a:t>Play/Pause</a:t>
            </a:r>
            <a:r>
              <a:rPr lang="en" altLang="zh-TW" dirty="0"/>
              <a:t>: </a:t>
            </a:r>
            <a:r>
              <a:rPr lang="zh-TW" altLang="en-US" dirty="0"/>
              <a:t>中央的大型播放</a:t>
            </a:r>
            <a:r>
              <a:rPr lang="en-US" altLang="zh-TW" dirty="0"/>
              <a:t>/</a:t>
            </a:r>
            <a:r>
              <a:rPr lang="zh-TW" altLang="en-US" dirty="0"/>
              <a:t>暫停按鈕。</a:t>
            </a:r>
          </a:p>
          <a:p>
            <a:r>
              <a:rPr lang="en" altLang="zh-TW" b="1" dirty="0"/>
              <a:t>Playback Speed (</a:t>
            </a:r>
            <a:r>
              <a:rPr lang="zh-TW" altLang="en-US" b="1" dirty="0"/>
              <a:t>速度控制</a:t>
            </a:r>
            <a:r>
              <a:rPr lang="en-US" altLang="zh-TW" b="1" dirty="0"/>
              <a:t>)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b="1" dirty="0"/>
              <a:t>摺疊面板</a:t>
            </a:r>
            <a:r>
              <a:rPr lang="zh-TW" altLang="en-US" dirty="0"/>
              <a:t>：點擊標題或箭頭可展開</a:t>
            </a:r>
            <a:r>
              <a:rPr lang="en-US" altLang="zh-TW" dirty="0"/>
              <a:t>/</a:t>
            </a:r>
            <a:r>
              <a:rPr lang="zh-TW" altLang="en-US" dirty="0"/>
              <a:t>收起速度控制項。</a:t>
            </a:r>
          </a:p>
          <a:p>
            <a:pPr lvl="1"/>
            <a:r>
              <a:rPr lang="en" altLang="zh-TW" b="1" dirty="0"/>
              <a:t>Slider</a:t>
            </a:r>
            <a:r>
              <a:rPr lang="en" altLang="zh-TW" dirty="0"/>
              <a:t>: </a:t>
            </a:r>
            <a:r>
              <a:rPr lang="zh-TW" altLang="en-US" dirty="0"/>
              <a:t>拖曳滑桿可從 </a:t>
            </a:r>
            <a:r>
              <a:rPr lang="en-US" altLang="zh-TW" dirty="0"/>
              <a:t>0.25</a:t>
            </a:r>
            <a:r>
              <a:rPr lang="en" altLang="zh-TW" dirty="0"/>
              <a:t>x </a:t>
            </a:r>
            <a:r>
              <a:rPr lang="zh-TW" altLang="en-US" dirty="0"/>
              <a:t>到 </a:t>
            </a:r>
            <a:r>
              <a:rPr lang="en-US" altLang="zh-TW" dirty="0"/>
              <a:t>3.0</a:t>
            </a:r>
            <a:r>
              <a:rPr lang="en" altLang="zh-TW" dirty="0"/>
              <a:t>x </a:t>
            </a:r>
            <a:r>
              <a:rPr lang="zh-TW" altLang="en-US" dirty="0"/>
              <a:t>精細調整速度。</a:t>
            </a:r>
          </a:p>
          <a:p>
            <a:pPr lvl="1"/>
            <a:r>
              <a:rPr lang="en" altLang="zh-TW" b="1" dirty="0"/>
              <a:t>Presets</a:t>
            </a:r>
            <a:r>
              <a:rPr lang="en" altLang="zh-TW" dirty="0"/>
              <a:t>: </a:t>
            </a:r>
            <a:r>
              <a:rPr lang="zh-TW" altLang="en-US" dirty="0"/>
              <a:t>快速按鈕 </a:t>
            </a:r>
            <a:r>
              <a:rPr lang="en-US" altLang="zh-TW" dirty="0"/>
              <a:t>(0.5</a:t>
            </a:r>
            <a:r>
              <a:rPr lang="en" altLang="zh-TW" dirty="0"/>
              <a:t>x, 1.0x, 1.5x, 2.0x)</a:t>
            </a:r>
            <a:r>
              <a:rPr lang="zh-TW" altLang="en" dirty="0"/>
              <a:t>。</a:t>
            </a:r>
          </a:p>
          <a:p>
            <a:br>
              <a:rPr lang="zh-TW" altLang="en-US" dirty="0"/>
            </a:br>
            <a:r>
              <a:rPr lang="en" altLang="zh-TW" b="1" dirty="0"/>
              <a:t>3. A-B </a:t>
            </a:r>
            <a:r>
              <a:rPr lang="zh-TW" altLang="en-US" b="1" dirty="0"/>
              <a:t>循環 </a:t>
            </a:r>
            <a:r>
              <a:rPr lang="en-US" altLang="zh-TW" b="1" dirty="0"/>
              <a:t>(</a:t>
            </a:r>
            <a:r>
              <a:rPr lang="en" altLang="zh-TW" b="1" dirty="0"/>
              <a:t>A-B Loop)</a:t>
            </a:r>
          </a:p>
          <a:p>
            <a:r>
              <a:rPr lang="zh-TW" altLang="en-US" b="1" dirty="0"/>
              <a:t>設定起點 </a:t>
            </a:r>
            <a:r>
              <a:rPr lang="en-US" altLang="zh-TW" b="1" dirty="0"/>
              <a:t>(</a:t>
            </a:r>
            <a:r>
              <a:rPr lang="en" altLang="zh-TW" b="1" dirty="0"/>
              <a:t>A)</a:t>
            </a:r>
            <a:r>
              <a:rPr lang="zh-TW" altLang="en" dirty="0"/>
              <a:t>：</a:t>
            </a:r>
            <a:r>
              <a:rPr lang="zh-TW" altLang="en-US" dirty="0"/>
              <a:t>播放到想要開始的地方，點擊 </a:t>
            </a:r>
            <a:r>
              <a:rPr lang="en" altLang="zh-TW" dirty="0"/>
              <a:t>S </a:t>
            </a:r>
            <a:r>
              <a:rPr lang="zh-TW" altLang="en-US" dirty="0"/>
              <a:t>按鈕。</a:t>
            </a:r>
          </a:p>
          <a:p>
            <a:r>
              <a:rPr lang="zh-TW" altLang="en-US" b="1" dirty="0"/>
              <a:t>設定終點 </a:t>
            </a:r>
            <a:r>
              <a:rPr lang="en-US" altLang="zh-TW" b="1" dirty="0"/>
              <a:t>(</a:t>
            </a:r>
            <a:r>
              <a:rPr lang="en" altLang="zh-TW" b="1" dirty="0"/>
              <a:t>B)</a:t>
            </a:r>
            <a:r>
              <a:rPr lang="zh-TW" altLang="en" dirty="0"/>
              <a:t>：</a:t>
            </a:r>
            <a:r>
              <a:rPr lang="zh-TW" altLang="en-US" dirty="0"/>
              <a:t>播放到想要結束的地方，點擊 </a:t>
            </a:r>
            <a:r>
              <a:rPr lang="en" altLang="zh-TW" dirty="0"/>
              <a:t>E </a:t>
            </a:r>
            <a:r>
              <a:rPr lang="zh-TW" altLang="en-US" dirty="0"/>
              <a:t>按鈕。</a:t>
            </a:r>
          </a:p>
          <a:p>
            <a:r>
              <a:rPr lang="zh-TW" altLang="en-US" b="1" dirty="0"/>
              <a:t>開啟循環</a:t>
            </a:r>
            <a:r>
              <a:rPr lang="zh-TW" altLang="en-US" dirty="0"/>
              <a:t>：打開區塊標題中的開關，影片將在 </a:t>
            </a:r>
            <a:r>
              <a:rPr lang="en" altLang="zh-TW" dirty="0"/>
              <a:t>A </a:t>
            </a:r>
            <a:r>
              <a:rPr lang="zh-TW" altLang="en-US" dirty="0"/>
              <a:t>與 </a:t>
            </a:r>
            <a:r>
              <a:rPr lang="en" altLang="zh-TW" dirty="0"/>
              <a:t>B </a:t>
            </a:r>
            <a:r>
              <a:rPr lang="zh-TW" altLang="en-US" dirty="0"/>
              <a:t>之間無限重複。</a:t>
            </a:r>
          </a:p>
          <a:p>
            <a:r>
              <a:rPr lang="zh-TW" altLang="en-US" b="1" dirty="0"/>
              <a:t>微調</a:t>
            </a:r>
            <a:r>
              <a:rPr lang="zh-TW" altLang="en-US" dirty="0"/>
              <a:t>：您可以直接在輸入框修改時間 </a:t>
            </a:r>
            <a:r>
              <a:rPr lang="en-US" altLang="zh-TW" dirty="0"/>
              <a:t>(</a:t>
            </a:r>
            <a:r>
              <a:rPr lang="zh-TW" altLang="en-US" dirty="0"/>
              <a:t>格式 </a:t>
            </a:r>
            <a:r>
              <a:rPr lang="en" altLang="zh-TW" dirty="0" err="1"/>
              <a:t>mm:ss</a:t>
            </a:r>
            <a:r>
              <a:rPr lang="en" altLang="zh-TW" dirty="0"/>
              <a:t>)</a:t>
            </a:r>
            <a:r>
              <a:rPr lang="zh-TW" altLang="en" dirty="0"/>
              <a:t>。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/>
              <a:t>4. </a:t>
            </a:r>
            <a:r>
              <a:rPr lang="zh-TW" altLang="en-US" b="1" dirty="0"/>
              <a:t>智慧標記 </a:t>
            </a:r>
            <a:r>
              <a:rPr lang="en-US" altLang="zh-TW" b="1" dirty="0"/>
              <a:t>(</a:t>
            </a:r>
            <a:r>
              <a:rPr lang="en" altLang="zh-TW" b="1" dirty="0"/>
              <a:t>Smart Markers)</a:t>
            </a:r>
          </a:p>
          <a:p>
            <a:r>
              <a:rPr lang="zh-TW" altLang="en-US" dirty="0"/>
              <a:t>標記功能讓您在影片的時間軸上做筆記，並隨時跳轉回去。</a:t>
            </a:r>
          </a:p>
          <a:p>
            <a:br>
              <a:rPr lang="zh-TW" altLang="en-US" dirty="0"/>
            </a:br>
            <a:br>
              <a:rPr lang="en" altLang="zh-TW" dirty="0"/>
            </a:br>
            <a:endParaRPr lang="en-US" altLang="zh-TW" dirty="0"/>
          </a:p>
          <a:p>
            <a:r>
              <a:rPr lang="zh-TW" altLang="en-US" b="1" dirty="0"/>
              <a:t>新增標記</a:t>
            </a:r>
            <a:r>
              <a:rPr lang="zh-TW" altLang="en-US" dirty="0"/>
              <a:t>：點擊 </a:t>
            </a:r>
            <a:r>
              <a:rPr lang="en-US" altLang="zh-TW" dirty="0"/>
              <a:t>+ </a:t>
            </a:r>
            <a:r>
              <a:rPr lang="en" altLang="zh-TW" dirty="0"/>
              <a:t>Add "Now" to Current Marker Group</a:t>
            </a:r>
            <a:r>
              <a:rPr lang="zh-TW" altLang="en" dirty="0"/>
              <a:t>，</a:t>
            </a:r>
            <a:r>
              <a:rPr lang="zh-TW" altLang="en-US" dirty="0"/>
              <a:t>即可在當下時間點建立標記。</a:t>
            </a:r>
          </a:p>
          <a:p>
            <a:r>
              <a:rPr lang="zh-TW" altLang="en-US" b="1" dirty="0"/>
              <a:t>追隨播放 </a:t>
            </a:r>
            <a:r>
              <a:rPr lang="en-US" altLang="zh-TW" b="1" dirty="0"/>
              <a:t>(</a:t>
            </a:r>
            <a:r>
              <a:rPr lang="en" altLang="zh-TW" b="1" dirty="0"/>
              <a:t>Follow)</a:t>
            </a:r>
            <a:r>
              <a:rPr lang="zh-TW" altLang="en" dirty="0"/>
              <a:t>：</a:t>
            </a:r>
            <a:r>
              <a:rPr lang="zh-TW" altLang="en-US" dirty="0"/>
              <a:t>切換「</a:t>
            </a:r>
            <a:r>
              <a:rPr lang="en" altLang="zh-TW" dirty="0"/>
              <a:t>Follow</a:t>
            </a:r>
            <a:r>
              <a:rPr lang="zh-TW" altLang="en" dirty="0"/>
              <a:t>」</a:t>
            </a:r>
            <a:r>
              <a:rPr lang="zh-TW" altLang="en-US" dirty="0"/>
              <a:t>開關可使列表跟隨進度自動捲動。此設定會</a:t>
            </a:r>
            <a:r>
              <a:rPr lang="zh-TW" altLang="en-US" b="1" dirty="0"/>
              <a:t>永久儲存</a:t>
            </a:r>
            <a:r>
              <a:rPr lang="zh-TW" altLang="en-US" dirty="0"/>
              <a:t>至您的偏好設定中。</a:t>
            </a:r>
          </a:p>
          <a:p>
            <a:r>
              <a:rPr lang="zh-TW" altLang="en-US" b="1" dirty="0"/>
              <a:t>分組管理 </a:t>
            </a:r>
            <a:r>
              <a:rPr lang="en-US" altLang="zh-TW" b="1" dirty="0"/>
              <a:t>(</a:t>
            </a:r>
            <a:r>
              <a:rPr lang="en" altLang="zh-TW" b="1" dirty="0"/>
              <a:t>Groups)</a:t>
            </a:r>
            <a:r>
              <a:rPr lang="zh-TW" altLang="en" dirty="0"/>
              <a:t>：</a:t>
            </a:r>
          </a:p>
          <a:p>
            <a:pPr lvl="1"/>
            <a:r>
              <a:rPr lang="zh-TW" altLang="en-US" dirty="0"/>
              <a:t>透過下拉選單選擇分組（例如：</a:t>
            </a:r>
            <a:r>
              <a:rPr lang="en" altLang="zh-TW" dirty="0"/>
              <a:t>Default, Study</a:t>
            </a:r>
            <a:r>
              <a:rPr lang="zh-TW" altLang="en" dirty="0"/>
              <a:t>）。</a:t>
            </a:r>
          </a:p>
          <a:p>
            <a:pPr lvl="1"/>
            <a:r>
              <a:rPr lang="zh-TW" altLang="en-US" dirty="0"/>
              <a:t>不同性質的筆記可以分開存放。</a:t>
            </a:r>
          </a:p>
          <a:p>
            <a:r>
              <a:rPr lang="zh-TW" altLang="en-US" b="1" dirty="0"/>
              <a:t>點擊跳轉</a:t>
            </a:r>
            <a:r>
              <a:rPr lang="zh-TW" altLang="en-US" dirty="0"/>
              <a:t>：點擊列表中的標記，影片會立刻跳轉到該時間點。</a:t>
            </a:r>
          </a:p>
          <a:p>
            <a:r>
              <a:rPr lang="zh-TW" altLang="en-US" b="1" dirty="0"/>
              <a:t>匯入</a:t>
            </a:r>
            <a:r>
              <a:rPr lang="en-US" altLang="zh-TW" b="1" dirty="0"/>
              <a:t>/</a:t>
            </a:r>
            <a:r>
              <a:rPr lang="zh-TW" altLang="en-US" b="1" dirty="0"/>
              <a:t>匯出</a:t>
            </a:r>
            <a:r>
              <a:rPr lang="en-US" altLang="zh-TW" dirty="0"/>
              <a:t>: </a:t>
            </a:r>
            <a:r>
              <a:rPr lang="zh-TW" altLang="en-US" dirty="0"/>
              <a:t>使用上方的下載</a:t>
            </a:r>
            <a:r>
              <a:rPr lang="en-US" altLang="zh-TW" dirty="0"/>
              <a:t>/</a:t>
            </a:r>
            <a:r>
              <a:rPr lang="zh-TW" altLang="en-US" dirty="0"/>
              <a:t>上傳圖示，備份您的標記資料 </a:t>
            </a:r>
            <a:r>
              <a:rPr lang="en-US" altLang="zh-TW" dirty="0"/>
              <a:t>(</a:t>
            </a:r>
            <a:r>
              <a:rPr lang="en" altLang="zh-TW" dirty="0"/>
              <a:t>JSON </a:t>
            </a:r>
            <a:r>
              <a:rPr lang="zh-TW" altLang="en-US" dirty="0"/>
              <a:t>格式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endParaRPr lang="zh-TW" altLang="en" dirty="0"/>
          </a:p>
        </p:txBody>
      </p:sp>
    </p:spTree>
    <p:extLst>
      <p:ext uri="{BB962C8B-B14F-4D97-AF65-F5344CB8AC3E}">
        <p14:creationId xmlns:p14="http://schemas.microsoft.com/office/powerpoint/2010/main" val="3774319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一張含有 軟體, 多媒體軟體, 文字, 螢幕擷取畫面 的圖片&#10;&#10;AI 產生的內容可能不正確。">
            <a:extLst>
              <a:ext uri="{FF2B5EF4-FFF2-40B4-BE49-F238E27FC236}">
                <a16:creationId xmlns:a16="http://schemas.microsoft.com/office/drawing/2014/main" id="{7382AB14-9911-3D2B-150D-CEB9A1B98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6296" y="0"/>
            <a:ext cx="2836516" cy="685800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6526FFA-7164-CB71-AE9A-1F5370D1ECBB}"/>
              </a:ext>
            </a:extLst>
          </p:cNvPr>
          <p:cNvSpPr txBox="1"/>
          <p:nvPr/>
        </p:nvSpPr>
        <p:spPr>
          <a:xfrm>
            <a:off x="688694" y="1391221"/>
            <a:ext cx="6099858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" altLang="zh-TW" b="1" i="0" dirty="0">
                <a:effectLst/>
                <a:latin typeface="-apple-system"/>
              </a:rPr>
              <a:t>Operation: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Library Tab</a:t>
            </a:r>
            <a:r>
              <a:rPr lang="en" altLang="zh-TW" b="0" i="0" dirty="0">
                <a:effectLst/>
                <a:latin typeface="-apple-system"/>
              </a:rPr>
              <a:t>: Lists all saved videos.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Favorites Tab</a:t>
            </a:r>
            <a:r>
              <a:rPr lang="en" altLang="zh-TW" b="0" i="0" dirty="0">
                <a:effectLst/>
                <a:latin typeface="-apple-system"/>
              </a:rPr>
              <a:t>: Shows only profiles you have marked with a "Star".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Clone Session</a:t>
            </a:r>
            <a:r>
              <a:rPr lang="en" altLang="zh-TW" b="0" i="0" dirty="0">
                <a:effectLst/>
                <a:latin typeface="-apple-system"/>
              </a:rPr>
              <a:t>: In the Player page, click </a:t>
            </a:r>
            <a:r>
              <a:rPr lang="en" altLang="zh-TW" b="0" i="0" dirty="0">
                <a:effectLst/>
                <a:latin typeface="Monaspace Neon"/>
              </a:rPr>
              <a:t>Clone</a:t>
            </a:r>
            <a:r>
              <a:rPr lang="en" altLang="zh-TW" b="0" i="0" dirty="0">
                <a:effectLst/>
                <a:latin typeface="-apple-system"/>
              </a:rPr>
              <a:t> button to copy the current profile and create a new version.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Set as Default</a:t>
            </a:r>
            <a:r>
              <a:rPr lang="en" altLang="zh-TW" b="0" i="0" dirty="0">
                <a:effectLst/>
                <a:latin typeface="-apple-system"/>
              </a:rPr>
              <a:t>: Set a profile as the "Default" for that video; this setting loads automatically next time you open the video.</a:t>
            </a:r>
          </a:p>
        </p:txBody>
      </p:sp>
      <p:pic>
        <p:nvPicPr>
          <p:cNvPr id="5" name="圖片 4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87A3B718-F061-2DCF-46FB-001CD2C81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27" y="188257"/>
            <a:ext cx="4800600" cy="123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555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27989D0D-FD15-93C2-C1FA-3B3EB2DF9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1263" y="0"/>
            <a:ext cx="35657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92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一張含有 文字, 螢幕擷取畫面, 多媒體 的圖片&#10;&#10;AI 產生的內容可能不正確。">
            <a:extLst>
              <a:ext uri="{FF2B5EF4-FFF2-40B4-BE49-F238E27FC236}">
                <a16:creationId xmlns:a16="http://schemas.microsoft.com/office/drawing/2014/main" id="{B0F2A510-6066-6E67-F307-9D5FBBE4D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3956" y="906905"/>
            <a:ext cx="4216400" cy="565150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19FB2890-9569-4463-760B-BA5BF471F3DF}"/>
              </a:ext>
            </a:extLst>
          </p:cNvPr>
          <p:cNvSpPr txBox="1"/>
          <p:nvPr/>
        </p:nvSpPr>
        <p:spPr>
          <a:xfrm>
            <a:off x="839164" y="311599"/>
            <a:ext cx="6099858" cy="878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" altLang="zh-TW" b="0" i="0" dirty="0">
                <a:effectLst/>
                <a:latin typeface="-apple-system"/>
              </a:rPr>
              <a:t>supports a wide range of keyboard shortcuts. Click the </a:t>
            </a:r>
            <a:r>
              <a:rPr lang="en" altLang="zh-TW" b="1" i="0" dirty="0">
                <a:effectLst/>
                <a:latin typeface="-apple-system"/>
              </a:rPr>
              <a:t>Keyboard Icon (⌨️)</a:t>
            </a:r>
            <a:r>
              <a:rPr lang="en" altLang="zh-TW" b="0" i="0" dirty="0">
                <a:effectLst/>
                <a:latin typeface="-apple-system"/>
              </a:rPr>
              <a:t> in the title bar to toggle the on-screen guide.</a:t>
            </a:r>
          </a:p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" altLang="zh-TW" b="1" i="0" dirty="0">
                <a:effectLst/>
                <a:latin typeface="-apple-system"/>
              </a:rPr>
              <a:t>Basic Controls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Space / K</a:t>
            </a:r>
            <a:r>
              <a:rPr lang="en" altLang="zh-TW" b="0" i="0" dirty="0">
                <a:effectLst/>
                <a:latin typeface="-apple-system"/>
              </a:rPr>
              <a:t>: Play / Pause.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J / L</a:t>
            </a:r>
            <a:r>
              <a:rPr lang="en" altLang="zh-TW" b="0" i="0" dirty="0">
                <a:effectLst/>
                <a:latin typeface="-apple-system"/>
              </a:rPr>
              <a:t>: Rewind / Forward (10s).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, / .</a:t>
            </a:r>
            <a:r>
              <a:rPr lang="en" altLang="zh-TW" b="0" i="0" dirty="0">
                <a:effectLst/>
                <a:latin typeface="-apple-system"/>
              </a:rPr>
              <a:t>: Frame back / forward (When paused).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0-9</a:t>
            </a:r>
            <a:r>
              <a:rPr lang="en" altLang="zh-TW" b="0" i="0" dirty="0">
                <a:effectLst/>
                <a:latin typeface="-apple-system"/>
              </a:rPr>
              <a:t>: Jump to percentage of video (0%–90%).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M</a:t>
            </a:r>
            <a:r>
              <a:rPr lang="en" altLang="zh-TW" b="0" i="0" dirty="0">
                <a:effectLst/>
                <a:latin typeface="-apple-system"/>
              </a:rPr>
              <a:t>: Mute / Unmute.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F</a:t>
            </a:r>
            <a:r>
              <a:rPr lang="en" altLang="zh-TW" b="0" i="0" dirty="0">
                <a:effectLst/>
                <a:latin typeface="-apple-system"/>
              </a:rPr>
              <a:t>: Fullscreen.</a:t>
            </a:r>
          </a:p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" altLang="zh-TW" b="1" i="0" dirty="0">
                <a:effectLst/>
                <a:latin typeface="-apple-system"/>
              </a:rPr>
              <a:t>Advanced Looping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Monaspace Neon"/>
              </a:rPr>
              <a:t>[</a:t>
            </a:r>
            <a:r>
              <a:rPr lang="en" altLang="zh-TW" b="0" i="0" dirty="0">
                <a:effectLst/>
                <a:latin typeface="-apple-system"/>
              </a:rPr>
              <a:t>: Set Point A.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Monaspace Neon"/>
              </a:rPr>
              <a:t>]</a:t>
            </a:r>
            <a:r>
              <a:rPr lang="en" altLang="zh-TW" b="0" i="0" dirty="0">
                <a:effectLst/>
                <a:latin typeface="-apple-system"/>
              </a:rPr>
              <a:t>: Set Point B.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Monaspace Neon"/>
              </a:rPr>
              <a:t>{</a:t>
            </a:r>
            <a:r>
              <a:rPr lang="en" altLang="zh-TW" b="1" i="0" dirty="0">
                <a:effectLst/>
                <a:latin typeface="-apple-system"/>
              </a:rPr>
              <a:t> (Shift+[)</a:t>
            </a:r>
            <a:r>
              <a:rPr lang="en" altLang="zh-TW" b="0" i="0" dirty="0">
                <a:effectLst/>
                <a:latin typeface="-apple-system"/>
              </a:rPr>
              <a:t>: Jump to Start A.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Monaspace Neon"/>
              </a:rPr>
              <a:t>}</a:t>
            </a:r>
            <a:r>
              <a:rPr lang="en" altLang="zh-TW" b="1" i="0" dirty="0">
                <a:effectLst/>
                <a:latin typeface="-apple-system"/>
              </a:rPr>
              <a:t> (Shift+])</a:t>
            </a:r>
            <a:r>
              <a:rPr lang="en" altLang="zh-TW" b="0" i="0" dirty="0">
                <a:effectLst/>
                <a:latin typeface="-apple-system"/>
              </a:rPr>
              <a:t>: Toggle A-B Loop.</a:t>
            </a:r>
          </a:p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" altLang="zh-TW" b="1" i="0" dirty="0">
                <a:effectLst/>
                <a:latin typeface="-apple-system"/>
              </a:rPr>
              <a:t>Markers &amp; Navigation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A</a:t>
            </a:r>
            <a:r>
              <a:rPr lang="en" altLang="zh-TW" b="0" i="0" dirty="0">
                <a:effectLst/>
                <a:latin typeface="-apple-system"/>
              </a:rPr>
              <a:t>: Add a new marker at current time.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S</a:t>
            </a:r>
            <a:r>
              <a:rPr lang="en" altLang="zh-TW" b="0" i="0" dirty="0">
                <a:effectLst/>
                <a:latin typeface="-apple-system"/>
              </a:rPr>
              <a:t>: Toggle "Follow Playback" mode.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" altLang="zh-TW" b="1" i="0" dirty="0">
                <a:effectLst/>
                <a:latin typeface="-apple-system"/>
              </a:rPr>
              <a:t>↑ / ↓</a:t>
            </a:r>
            <a:r>
              <a:rPr lang="en" altLang="zh-TW" b="0" i="0" dirty="0">
                <a:effectLst/>
                <a:latin typeface="-apple-system"/>
              </a:rPr>
              <a:t>: Navigate sequentially through markers (automatically seeks and disables Follow mode for manual browsing).</a:t>
            </a:r>
          </a:p>
        </p:txBody>
      </p:sp>
    </p:spTree>
    <p:extLst>
      <p:ext uri="{BB962C8B-B14F-4D97-AF65-F5344CB8AC3E}">
        <p14:creationId xmlns:p14="http://schemas.microsoft.com/office/powerpoint/2010/main" val="25072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1079</Words>
  <Application>Microsoft Macintosh PowerPoint</Application>
  <PresentationFormat>寬螢幕</PresentationFormat>
  <Paragraphs>71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2" baseType="lpstr">
      <vt:lpstr>-apple-system</vt:lpstr>
      <vt:lpstr>Monaspace Neon</vt:lpstr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Hsu</dc:creator>
  <cp:lastModifiedBy>Victor Hsu</cp:lastModifiedBy>
  <cp:revision>2</cp:revision>
  <dcterms:created xsi:type="dcterms:W3CDTF">2026-02-01T01:32:48Z</dcterms:created>
  <dcterms:modified xsi:type="dcterms:W3CDTF">2026-02-01T02:02:26Z</dcterms:modified>
</cp:coreProperties>
</file>